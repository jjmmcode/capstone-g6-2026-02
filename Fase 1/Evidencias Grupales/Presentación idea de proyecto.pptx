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Presentación del proyecto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Nombre, integrantes, fecha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y contexto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[Completar]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Solución propuesta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[Completar]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Metodología y avances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[Completar]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[Completar]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